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a989a668514356" /><Relationship Type="http://schemas.openxmlformats.org/officeDocument/2006/relationships/extended-properties" Target="/docProps/app.xml" Id="Rfa93f25d40254cac" /><Relationship Type="http://schemas.openxmlformats.org/officeDocument/2006/relationships/officeDocument" Target="/ppt/presentation.xml" Id="R3c7497e9509b40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9f1d30186c4b87"/>
  </p:sldMasterIdLst>
  <p:notesMasterIdLst>
    <p:notesMasterId xmlns:r="http://schemas.openxmlformats.org/officeDocument/2006/relationships" r:id="R8e0a6bf09a824645"/>
  </p:notesMasterIdLst>
  <p:sldIdLst>
    <p:sldId xmlns:r="http://schemas.openxmlformats.org/officeDocument/2006/relationships" id="256" r:id="Re2347e5627e64af8"/>
    <p:sldId xmlns:r="http://schemas.openxmlformats.org/officeDocument/2006/relationships" id="257" r:id="R2b966d7bb04a475c"/>
    <p:sldId xmlns:r="http://schemas.openxmlformats.org/officeDocument/2006/relationships" id="258" r:id="Red88b25be0e24695"/>
    <p:sldId xmlns:r="http://schemas.openxmlformats.org/officeDocument/2006/relationships" id="259" r:id="Ra9ba405b14034524"/>
    <p:sldId xmlns:r="http://schemas.openxmlformats.org/officeDocument/2006/relationships" id="260" r:id="R72f558c5979146b2"/>
    <p:sldId xmlns:r="http://schemas.openxmlformats.org/officeDocument/2006/relationships" id="261" r:id="R92baef94354f4f19"/>
    <p:sldId xmlns:r="http://schemas.openxmlformats.org/officeDocument/2006/relationships" id="262" r:id="Rd37e00e1d6394054"/>
    <p:sldId xmlns:r="http://schemas.openxmlformats.org/officeDocument/2006/relationships" id="263" r:id="R8823b718c2de4b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1bb8fd73c54f76" /><Relationship Type="http://schemas.openxmlformats.org/officeDocument/2006/relationships/slideMaster" Target="/ppt/slideMasters/slideMaster1.xml" Id="R9f9f1d30186c4b87" /><Relationship Type="http://schemas.openxmlformats.org/officeDocument/2006/relationships/notesMaster" Target="/ppt/notesMasters/notesMaster1.xml" Id="R8e0a6bf09a824645" /><Relationship Type="http://schemas.openxmlformats.org/officeDocument/2006/relationships/presProps" Target="/ppt/presProps.xml" Id="R3bb4117224374b14" /><Relationship Type="http://schemas.openxmlformats.org/officeDocument/2006/relationships/tableStyles" Target="/ppt/tableStyles.xml" Id="R3bfbbfa8244944c7" /><Relationship Type="http://schemas.openxmlformats.org/officeDocument/2006/relationships/slide" Target="/ppt/slides/slide1.xml" Id="Re2347e5627e64af8" /><Relationship Type="http://schemas.openxmlformats.org/officeDocument/2006/relationships/slide" Target="/ppt/slides/slide2.xml" Id="R2b966d7bb04a475c" /><Relationship Type="http://schemas.openxmlformats.org/officeDocument/2006/relationships/slide" Target="/ppt/slides/slide3.xml" Id="Red88b25be0e24695" /><Relationship Type="http://schemas.openxmlformats.org/officeDocument/2006/relationships/slide" Target="/ppt/slides/slide4.xml" Id="Ra9ba405b14034524" /><Relationship Type="http://schemas.openxmlformats.org/officeDocument/2006/relationships/slide" Target="/ppt/slides/slide5.xml" Id="R72f558c5979146b2" /><Relationship Type="http://schemas.openxmlformats.org/officeDocument/2006/relationships/slide" Target="/ppt/slides/slide6.xml" Id="R92baef94354f4f19" /><Relationship Type="http://schemas.openxmlformats.org/officeDocument/2006/relationships/slide" Target="/ppt/slides/slide7.xml" Id="Rd37e00e1d6394054" /><Relationship Type="http://schemas.openxmlformats.org/officeDocument/2006/relationships/slide" Target="/ppt/slides/slide8.xml" Id="R8823b718c2de4b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e64790ee4647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a418e6cbd34eef" /><Relationship Type="http://schemas.openxmlformats.org/officeDocument/2006/relationships/notesMaster" Target="/ppt/notesMasters/notesMaster1.xml" Id="Re1d18954b0e344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bf6b4b966c477f" /><Relationship Type="http://schemas.openxmlformats.org/officeDocument/2006/relationships/notesMaster" Target="/ppt/notesMasters/notesMaster1.xml" Id="Rc41f8ae8c2304f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d76f28838d4741" /><Relationship Type="http://schemas.openxmlformats.org/officeDocument/2006/relationships/notesMaster" Target="/ppt/notesMasters/notesMaster1.xml" Id="Ra9f0fe20e81a40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b158a7268141d2" /><Relationship Type="http://schemas.openxmlformats.org/officeDocument/2006/relationships/notesMaster" Target="/ppt/notesMasters/notesMaster1.xml" Id="Re6f4793412df4f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031e85bd454233" /><Relationship Type="http://schemas.openxmlformats.org/officeDocument/2006/relationships/notesMaster" Target="/ppt/notesMasters/notesMaster1.xml" Id="Rfc1d8a866e6144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dc21bcbb86485a" /><Relationship Type="http://schemas.openxmlformats.org/officeDocument/2006/relationships/notesMaster" Target="/ppt/notesMasters/notesMaster1.xml" Id="R286e10c6d56148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6b6015876c4b75" /><Relationship Type="http://schemas.openxmlformats.org/officeDocument/2006/relationships/notesMaster" Target="/ppt/notesMasters/notesMaster1.xml" Id="R4efd69241b754b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d7a16bf5da41db" /><Relationship Type="http://schemas.openxmlformats.org/officeDocument/2006/relationships/notesMaster" Target="/ppt/notesMasters/notesMaster1.xml" Id="Rdf9114433cb140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photo supplied by the user: IMG_0092.jpeg. Scope: progress review of campus vehicle tracking BTP.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context supplied in the conversation: campus e-rickshaw tracking using CubeCell, LoRa and a basic dashboard. Route optimisation is a project goal, not a demonstrated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verified evidence: user says the pasted ADXL345 sketch works; photo shows OLED readings; supplied video shows a 3D acceleration visualization. Earlier tracking/dashboard status comes from the project discussion, not new field measurements. GPS sketch was provided but no GPS test result has been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working Arduino code. BW_RATE 0x08 configures 25 Hz. DATA_FORMAT 0x08 selects full resolution with ±2 g. Loop gating uses 100 ms. Scale used by code: 0.0039 g/LSB. Current acquisition and display share the same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IMG_0093.mp4, duration approximately 9.77 s. Slide uses a still at 4 s. The display shows an acceleration vector and reference/body axis labels. An accelerometer alone does not validate full 3D orientation or yaw. Calibration accuracy is not established by this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GPS speed was requested by the user in this conversation. An AIR530Z-based sketch was supplied, but it has not been compiled or hardware-tested here. Board GPS revision and library compatibility must be confirmed during integration. No measured speed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Intended integration based on the project brief. Current ADXL345 code only prints locally and updates the OLED. It does not transmit LoRa packets or update a backend. No mesh capability is claimed: LoRa telemetry topology and any custom mesh are separate future design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work, no completion dates committed. Before accident-related features, assess sensor range, sampling rate, calibration and false positives under real vehicle vibration. Current ±2 g configuration and 10 Hz reading loop are a bench baseline, not a validated crash detector.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a3bbccf5f45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c544d67c04b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bc512232840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bdc18014845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8c7b8ab364c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2be4f9c414c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746269-6BAD-437F-98CB-0BF047281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D79033-5361-48FF-971A-90B089D98B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036C08-8738-4D54-AA86-81B6B336D0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25EBF2-B4FD-4D69-A9D8-DDC1435E9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048457-D06E-435E-AD10-F163AAF37A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C2132A-9909-4D5E-9FB7-13E3A3CE86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C06EC8-CA9B-4B59-AE40-6304DC8D2E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8C6D8B-3B8A-420D-93DC-8601B9E3E9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8D084B-B1E6-4930-846B-25506645C2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FA55FB-480A-4DDB-ACF6-93BD887ABB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3876a86f94747" /><Relationship Type="http://schemas.openxmlformats.org/officeDocument/2006/relationships/slideLayout" Target="/ppt/slideLayouts/slideLayout1.xml" Id="Rcb444549b98c44fd" /><Relationship Type="http://schemas.openxmlformats.org/officeDocument/2006/relationships/slideLayout" Target="/ppt/slideLayouts/slideLayout2.xml" Id="R0b11530bb5554839" /><Relationship Type="http://schemas.openxmlformats.org/officeDocument/2006/relationships/slideLayout" Target="/ppt/slideLayouts/slideLayout3.xml" Id="Ra48e275c4b33440a" /><Relationship Type="http://schemas.openxmlformats.org/officeDocument/2006/relationships/slideLayout" Target="/ppt/slideLayouts/slideLayout4.xml" Id="R716f7648b010429c" /><Relationship Type="http://schemas.openxmlformats.org/officeDocument/2006/relationships/slideLayout" Target="/ppt/slideLayouts/slideLayout5.xml" Id="R78297a1477c24bad" /><Relationship Type="http://schemas.openxmlformats.org/officeDocument/2006/relationships/slideLayout" Target="/ppt/slideLayouts/slideLayout6.xml" Id="R82ffd95482674c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444549b98c44fd"/>
    <p:sldLayoutId xmlns:r="http://schemas.openxmlformats.org/officeDocument/2006/relationships" id="2147483650" r:id="R0b11530bb5554839"/>
    <p:sldLayoutId xmlns:r="http://schemas.openxmlformats.org/officeDocument/2006/relationships" id="2147483651" r:id="Ra48e275c4b33440a"/>
    <p:sldLayoutId xmlns:r="http://schemas.openxmlformats.org/officeDocument/2006/relationships" id="2147483652" r:id="R716f7648b010429c"/>
    <p:sldLayoutId xmlns:r="http://schemas.openxmlformats.org/officeDocument/2006/relationships" id="2147483653" r:id="R78297a1477c24bad"/>
    <p:sldLayoutId xmlns:r="http://schemas.openxmlformats.org/officeDocument/2006/relationships" id="2147483654" r:id="R82ffd95482674c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ce78642704452" /><Relationship Type="http://schemas.openxmlformats.org/officeDocument/2006/relationships/image" Target="/ppt/media/image.jpeg" Id="R78f715930b8842f0" /><Relationship Type="http://schemas.openxmlformats.org/officeDocument/2006/relationships/notesSlide" Target="/ppt/notesSlides/notesSlide1.xml" Id="R43a4e79668674a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2cdab29efc4dca" /><Relationship Type="http://schemas.openxmlformats.org/officeDocument/2006/relationships/notesSlide" Target="/ppt/notesSlides/notesSlide2.xml" Id="Rce0b4eae26d54d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5172f57e34a22" /><Relationship Type="http://schemas.openxmlformats.org/officeDocument/2006/relationships/notesSlide" Target="/ppt/notesSlides/notesSlide3.xml" Id="Rc97797a4c4cd45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5f045ef4646d8" /><Relationship Type="http://schemas.openxmlformats.org/officeDocument/2006/relationships/notesSlide" Target="/ppt/notesSlides/notesSlide4.xml" Id="Ra8480da6ff1442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07af6d34043f0" /><Relationship Type="http://schemas.openxmlformats.org/officeDocument/2006/relationships/image" Target="/ppt/media/image2.jpeg" Id="R6299ab79c14544b6" /><Relationship Type="http://schemas.openxmlformats.org/officeDocument/2006/relationships/notesSlide" Target="/ppt/notesSlides/notesSlide5.xml" Id="R3d0a0cb8e1f44e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c1fad8ba3485d" /><Relationship Type="http://schemas.openxmlformats.org/officeDocument/2006/relationships/notesSlide" Target="/ppt/notesSlides/notesSlide6.xml" Id="Rc8734db2228c4f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428b92c504336" /><Relationship Type="http://schemas.openxmlformats.org/officeDocument/2006/relationships/notesSlide" Target="/ppt/notesSlides/notesSlide7.xml" Id="R2cd5f16638a845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d02aa47394b22" /><Relationship Type="http://schemas.openxmlformats.org/officeDocument/2006/relationships/notesSlide" Target="/ppt/notesSlides/notesSlide8.xml" Id="Rab894ef4fbbe47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0A315-D74F-44D8-B1A3-6D55DB5E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VEHICLE</a:t>
            </a:r>
          </a:p>
          <a:p xmlns:a="http://schemas.openxmlformats.org/drawingml/2006/main">
            <a: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TRACKING DEVICE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EB699-62D6-4C93-9E55-1D12CFC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F73AE-CEC7-42C8-8538-A0711FE7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BTP PROGRESS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42983-D5BC-4045-A932-D64C39FC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Campus e-rickshaw fleet</a:t>
            </a:r>
          </a:p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IIT Roorkee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A1EF0-59CA-43AF-8B44-8B151060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Sagar Baruah and Ponting</a:t>
            </a:r>
          </a:p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24 October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A86DD-6E44-4826-BD6B-8E0D7C9D2F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715930b8842f0"/>
          <a:stretch xmlns:a="http://schemas.openxmlformats.org/drawingml/2006/main"/>
        </p:blipFill>
        <p:spPr>
          <a:xfrm xmlns:a="http://schemas.openxmlformats.org/drawingml/2006/main">
            <a:off x="7119938" y="381000"/>
            <a:ext cx="4429125" cy="590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14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5F1C5-CBC4-4C02-8FCE-6579EDA9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THE CAMPUS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C73BC-7CE8-4E4C-8452-C4245C35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7A0E3-3CE8-4835-BA48-BFBAE05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Where is the vehicle?</a:t>
            </a:r>
          </a:p>
          <a:p xmlns:a="http://schemas.openxmlformats.org/drawingml/2006/main">
            <a:pPr>
              <a:def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How fast is it moving?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44E84-619D-4FBE-9CDB-B79738B2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Build a vehicle node that combines GPS location and speed</a:t>
            </a:r>
          </a:p>
          <a:p xmlns:a="http://schemas.openxmlformats.org/drawingml/2006/main">
            <a:pPr>
              <a:def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with acceleration data for a campus fleet dashboard.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5D7C8-85DB-454B-B632-E17E3A13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Longer-term goal: use fleet visibility to study route coverage</a:t>
            </a:r>
          </a:p>
          <a:p xmlns:a="http://schemas.openxmlformats.org/drawingml/2006/main">
            <a:pPr>
              <a:def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and support better e-rickshaw availability.</a:t>
            </a:r>
          </a:p>
        </p:txBody>
      </p:sp>
    </p:spTree>
    <p:extLst>
      <p:ext uri="{BB962C8B-B14F-4D97-AF65-F5344CB8AC3E}">
        <p14:creationId xmlns:p14="http://schemas.microsoft.com/office/powerpoint/2010/main" val="358936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86592-851D-4A94-BDE1-6A0250FE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PROGRESS 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E81F6-CF9D-4BB6-BDF5-7AF4F3CB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4A7CF-9061-4058-B09B-16AA399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WORKING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7D9BD-E1DA-4BD6-AA5F-82DC18F9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145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ADXL345 sensor acquisition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66106-C5DB-4444-B208-1532F963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Live X / Y / Z on OLED and Serial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57D60-95FF-48CE-941C-F2645754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DEMONSTRATED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0450F-9465-44CE-81EF-9BACABBA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432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Acceleration visualization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22380-4AD4-4A42-94A8-A9E7CD56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623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Laptop demo supplied with this 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238CD-635F-421A-BD6F-170BAE8C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EARLIER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18D43-3F88-425C-8C1B-79F7C48E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719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Tracking node + basic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26A5D-1434-47F8-AEC2-EB1CD91A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910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Previously reported project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1449F-9F39-47A4-91D4-96AA5370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D9810-F2F1-47CF-9E70-99A0AE64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006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GPS speed + combined 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325CF-E8E5-4127-8A72-0A97F33A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97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Outdoor validation and integration pending</a:t>
            </a:r>
          </a:p>
        </p:txBody>
      </p:sp>
    </p:spTree>
    <p:extLst>
      <p:ext uri="{BB962C8B-B14F-4D97-AF65-F5344CB8AC3E}">
        <p14:creationId xmlns:p14="http://schemas.microsoft.com/office/powerpoint/2010/main" val="49034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5BEB2-59A0-463A-BA46-1ABB7F6E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SENSOR FIRMWARE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4BD65-2CA2-485A-BCD5-632023AB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5A945-F43C-49D9-B6C9-04E98FF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25 Hz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15904-6A87-49E7-8FC6-EB1404A7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Configured sensor output 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72291-1654-4700-9A85-9B242237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100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960B4-0F92-47A3-B1B8-9EE26F76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908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OLED / Serial refresh interval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CB369-394C-42CE-BA18-C59BA33C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ADXL345 over I²C</a:t>
            </a:r>
          </a:p>
          <a:p xmlns:a="http://schemas.openxmlformats.org/drawingml/2006/main">
            <a: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Device ID check at 0x53 / 0x1D</a:t>
            </a:r>
          </a:p>
          <a:p xmlns:a="http://schemas.openxmlformats.org/drawingml/2006/main">
            <a: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Full-resolution mode, ±2 g 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73BE5-8214-4F06-94D8-1E249517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Six-byte XYZ register read</a:t>
            </a:r>
          </a:p>
          <a:p xmlns:a="http://schemas.openxmlformats.org/drawingml/2006/main">
            <a: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Signed 16-bit axis conversion</a:t>
            </a:r>
          </a:p>
          <a:p xmlns:a="http://schemas.openxmlformats.org/drawingml/2006/main">
            <a: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Read-failure message on OLED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605A2-090D-4D2B-B19D-1253A33A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Current loop reads about 10 samples/s. Vehicle-event logging needs a faster acquisition loop.</a:t>
            </a:r>
          </a:p>
        </p:txBody>
      </p:sp>
    </p:spTree>
    <p:extLst>
      <p:ext uri="{BB962C8B-B14F-4D97-AF65-F5344CB8AC3E}">
        <p14:creationId xmlns:p14="http://schemas.microsoft.com/office/powerpoint/2010/main" val="1700689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24EBA-6CF6-4265-87B5-19568678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ACCELERATION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5DD7E-B4D1-49DB-B5A4-69E501C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3E52A-C47D-4EAB-9195-12413065F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9ab79c14544b6"/>
          <a:stretch xmlns:a="http://schemas.openxmlformats.org/drawingml/2006/main"/>
        </p:blipFill>
        <p:spPr>
          <a:xfrm xmlns:a="http://schemas.openxmlformats.org/drawingml/2006/main">
            <a:off x="1843663" y="1600200"/>
            <a:ext cx="2599174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4F186-25F8-493F-8165-3FE7DEB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3D VECTOR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3E59B-6747-49C2-B76D-C3106449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6222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The supplied demo shows</a:t>
            </a:r>
          </a:p>
          <a:p xmlns:a="http://schemas.openxmlformats.org/drawingml/2006/main">
            <a: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measured acceleration against</a:t>
            </a:r>
          </a:p>
          <a:p xmlns:a="http://schemas.openxmlformats.org/drawingml/2006/main">
            <a:pPr>
              <a:def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reference axes.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2AF30-9240-4880-8BD3-DAFD8507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0055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This provides a visual check of</a:t>
            </a:r>
          </a:p>
          <a:p xmlns:a="http://schemas.openxmlformats.org/drawingml/2006/main">
            <a:pPr>
              <a:def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axis response when the board moves.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AA6B2-B99E-4B25-BBA4-996473C8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5149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Next: record stationary bias and</a:t>
            </a:r>
          </a:p>
          <a:p xmlns:a="http://schemas.openxmlformats.org/drawingml/2006/main">
            <a:pPr>
              <a:def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repeat controlled orientation tests.</a:t>
            </a:r>
          </a:p>
        </p:txBody>
      </p:sp>
    </p:spTree>
    <p:extLst>
      <p:ext uri="{BB962C8B-B14F-4D97-AF65-F5344CB8AC3E}">
        <p14:creationId xmlns:p14="http://schemas.microsoft.com/office/powerpoint/2010/main" val="479036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CE5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B4C4D-D91D-41E2-865F-13F5A07A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GPS SPEED TRACKING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302DE-2A88-4D5D-A98C-24632E7F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C15F8-2331-4458-8FAF-6F535B57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LIVE SPEED IN km/h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071C0-48E1-4997-9F08-383381A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Read GPS speed alongside location</a:t>
            </a:r>
          </a:p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Display speed and satellite status on the OLED</a:t>
            </a:r>
          </a:p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Show unavailable data when the fix becomes stale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D16AF-2EB0-44C0-A406-3AEBBD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IMPLEMENTATION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AB953-9CC7-41FA-86B0-32F628D6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Initial sketch prepared. Outdoor GPS lock, speed accuracy</a:t>
            </a:r>
          </a:p>
          <a:p xmlns:a="http://schemas.openxmlformats.org/drawingml/2006/main">
            <a:pPr>
              <a:def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and operation with the ADXL345 still need testing.</a:t>
            </a:r>
          </a:p>
        </p:txBody>
      </p:sp>
    </p:spTree>
    <p:extLst>
      <p:ext uri="{BB962C8B-B14F-4D97-AF65-F5344CB8AC3E}">
        <p14:creationId xmlns:p14="http://schemas.microsoft.com/office/powerpoint/2010/main" val="1115467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2B344-0379-4955-A1E9-6719B5BC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SYSTEM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94900-A8D6-48B0-873C-1CF342BA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67B12-AE5A-4118-A46C-0F376D67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VEHICLE NODE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8FB30-06A9-464C-9148-A6BAB74A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GPS position + speed</a:t>
            </a:r>
          </a:p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ADXL345 acceleration</a:t>
            </a:r>
          </a:p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Local OLED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3127A-F080-478B-9F4A-A65C088E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FLEET 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AED15-FF9A-43F3-9EDD-E09997D3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LoRa telemetry receiver</a:t>
            </a:r>
          </a:p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Timestamped vehicle records</a:t>
            </a:r>
          </a:p>
          <a:p xmlns:a="http://schemas.openxmlformats.org/drawingml/2006/main">
            <a:pPr>
              <a:def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Fleet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0B550-E365-4B43-A582-E672FDCB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Next packet: vehicle ID, timestamp, latitude, longitude,</a:t>
            </a:r>
          </a:p>
          <a:p xmlns:a="http://schemas.openxmlformats.org/drawingml/2006/main">
            <a:pPr>
              <a:def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speed, acceleration and GPS validity.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0C772-AD6F-470D-907C-811960EE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Combined sensor transmission and dashboard display remain integration tasks.</a:t>
            </a:r>
          </a:p>
        </p:txBody>
      </p:sp>
    </p:spTree>
    <p:extLst>
      <p:ext uri="{BB962C8B-B14F-4D97-AF65-F5344CB8AC3E}">
        <p14:creationId xmlns:p14="http://schemas.microsoft.com/office/powerpoint/2010/main" val="1976776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1A2B5-A673-444A-B067-26DEA947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B7440-5184-404A-881D-D17CD1C8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BB49B-2DE8-4AEE-8AD9-4A871689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FFB4F-936A-43AE-86A6-7E3D9B78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Validate GPS speed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B3664-CE1B-44B5-8210-A4A31DC0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66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Outdoor lock, stationary drift and comparison with a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88283-FC86-4ADF-A585-8DDD9C4E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D3DFD-C10F-489B-9209-6BEE497F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860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Combine the firmware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389F7-C62C-41C4-A0C4-10963202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432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Keep GPS parsing continuous and separate sensor sampling from display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02E47-F458-4EC4-8A24-817E121D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310BF-7FAC-453D-B0E7-B54AAACA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624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Connect fleet telemetry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6B33F-AF70-4B74-8064-76D36841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196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Transmit valid sensor packets and display them on the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FE4FF-20B2-4E45-A8FA-C6F18A65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A44D3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D28F4-981C-45FC-B069-3FD432B2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387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63D35"/>
                </a:solidFill>
                <a:latin typeface="DejaVu Sans"/>
                <a:ea typeface="DejaVu Sans"/>
                <a:cs typeface="DejaVu Sans"/>
              </a:rPr>
              <a:t>Run vehicle trials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19EA5-C252-4EA6-AAE4-8B811314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959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47167"/>
                </a:solidFill>
                <a:latin typeface="DejaVu Sans"/>
                <a:ea typeface="DejaVu Sans"/>
                <a:cs typeface="DejaVu Sans"/>
              </a:rPr>
              <a:t>Check radio coverage, packet loss and power consumption</a:t>
            </a:r>
          </a:p>
        </p:txBody>
      </p:sp>
    </p:spTree>
    <p:extLst>
      <p:ext uri="{BB962C8B-B14F-4D97-AF65-F5344CB8AC3E}">
        <p14:creationId xmlns:p14="http://schemas.microsoft.com/office/powerpoint/2010/main" val="1447137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2026-10-24T01:41:13.4890000Z</dcterms:created>
  <dcterms:modified xsi:type="dcterms:W3CDTF">2026-10-24T01:41:13.4890000Z</dcterms:modified>
</coreProperties>
</file>